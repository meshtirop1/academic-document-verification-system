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7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91440" cy="1828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PROJECT  ·  2024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Integrity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Academic Record Verification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219456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[University Name]   ·   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Are Solving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563624"/>
            <a:ext cx="4206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still rely on paper certificates that are easy to forge — no digital trail, no verification layer.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532888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87752"/>
            <a:ext cx="4206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institutions have no fast, reliable way to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candidate's academic records.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557016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355701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3611880"/>
            <a:ext cx="4206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and results can be tampered with after printing, leaving no trace of manipulation.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77840" y="777240"/>
            <a:ext cx="3200400" cy="39319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7772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Example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certificate / fraud case]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B14B27-456A-93A3-58F3-43DC38D25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80" y="777240"/>
            <a:ext cx="376428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Academic Fraud Is a Real Issue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fraud costs institutions millions annually. A 2024 study found that 1 in 8 employers encountered a fake academic credential. Without a tamper-proof system, universities have no reliable way to protect the integrity of their graduates.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651760" cy="2286000"/>
          </a:xfrm>
          <a:prstGeom prst="rect">
            <a:avLst/>
          </a:prstGeom>
          <a:solidFill>
            <a:srgbClr val="F0F0FF"/>
          </a:solidFill>
          <a:ln w="1905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26517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found a fake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credential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2651760" cy="2286000"/>
          </a:xfrm>
          <a:prstGeom prst="rect">
            <a:avLst/>
          </a:prstGeom>
          <a:solidFill>
            <a:srgbClr val="F0F0FF"/>
          </a:solidFill>
          <a:ln w="1905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6517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by institutions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certificate fraud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2651760" cy="2286000"/>
          </a:xfrm>
          <a:prstGeom prst="rect">
            <a:avLst/>
          </a:prstGeom>
          <a:solidFill>
            <a:srgbClr val="F0F0FF"/>
          </a:solidFill>
          <a:ln w="1905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6517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standard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process exists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universities today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AIVS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573383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AIVS is a web-based system that uses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blockchain technology to store and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student academic records.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uploaded is hashed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SHA-256 and permanently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 the Ethereum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— making it impossible to tamper with.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three records are verified,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system automatically issues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digital certificate anyone can check.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77724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Overview]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340E41-5ECE-7D1C-27C7-31611AF8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993" y="1202135"/>
            <a:ext cx="6262007" cy="3781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508760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" y="1709928"/>
            <a:ext cx="868680" cy="868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" y="17099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715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Professor/Admin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Document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35935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type, up to 20 MB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2907792"/>
            <a:ext cx="25603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32304" y="1508760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58084" y="1709928"/>
            <a:ext cx="868680" cy="868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8084" y="17099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3744" y="2715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23744" y="35935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never stored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52544" y="2907792"/>
            <a:ext cx="25603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1508760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34356" y="1709928"/>
            <a:ext cx="868680" cy="868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4356" y="17099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2715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Stored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Blockchain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0016" y="35935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Ethereum, permanent record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28816" y="2907792"/>
            <a:ext cx="25603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84848" y="1508760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0628" y="1709928"/>
            <a:ext cx="868680" cy="8686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0628" y="17099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76288" y="271576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35935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+ TX hash included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happen within seconds  —  the file itself is never stored, only its hash.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dashboards for Admin, Professor and Student with protected routes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Hashing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a SHA-256 hash permanently stored on the Ethereum chain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Certificate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auto-issued the moment all 3 document types are uploaded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192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scan the QR code on the certificate to verify it instantly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82112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3182112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33192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7307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a document causes a hash mismatch and verification fails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182112"/>
            <a:ext cx="2697480" cy="1536192"/>
          </a:xfrm>
          <a:prstGeom prst="rect">
            <a:avLst/>
          </a:prstGeom>
          <a:solidFill>
            <a:srgbClr val="F8F9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3182112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33192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7307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Student ID or Verification ID — no login required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Walkthrough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6052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Login Page]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16052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Admin Dashboard]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46634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8BDF5F-A4A4-A819-3613-39F9DB88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06286"/>
            <a:ext cx="4572000" cy="33159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ED0F99-0844-854E-4247-EA50C3105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306286"/>
            <a:ext cx="4251960" cy="3311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&amp; Student Views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6052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Upload Document Page]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16052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Student Dashboard]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 Page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46634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Certificate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63040" y="1463040"/>
            <a:ext cx="6217920" cy="28803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217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— Generated Certificate with QR Code]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contains: Student Name  ·  Student ID  ·  Verification ID  ·  Issue Date  ·  QR Code  ·  Blockchain Transaction Hash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91440" cy="2560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4048" y="1783080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AIVS solves a real problem that universities face today — academic record fraud.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2441448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Remix, Solidity, Ethers.js, and SQLite, we built a full-stack system that makes academic records verifiable by anyone, anywhere.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3099816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3008376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guarantees that once a record is stored, it cannot be changed.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540</Words>
  <Application>Microsoft Office PowerPoint</Application>
  <PresentationFormat>On-screen Show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Integrity Verification System</dc:title>
  <dc:subject>PptxGenJS Presentation</dc:subject>
  <dc:creator>PptxGenJS</dc:creator>
  <cp:lastModifiedBy>티로프메쉬랙</cp:lastModifiedBy>
  <cp:revision>2</cp:revision>
  <dcterms:created xsi:type="dcterms:W3CDTF">2026-05-26T12:23:47Z</dcterms:created>
  <dcterms:modified xsi:type="dcterms:W3CDTF">2026-05-26T12:39:39Z</dcterms:modified>
</cp:coreProperties>
</file>